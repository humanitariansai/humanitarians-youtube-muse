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Denis Bykov, and I'm here to pitch Madison — an AI-powered job market intelligence tool built for job seekers in the DC metro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 seekers in the DC metro area waste enormous time and energy guessing whether they're a fit for a role. Job postings are vague, and generic resume tools just keyword-match — they don't tell you what a real hiring manager would actually think reading your resume. On a typical DC-metro IT posting we see over 100 applicants competing for one role. That costs people hours applying to jobs they'll never get, and just as often, confidence — they skip jobs they were actually qualified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Madison runs your resume against a real job posting through a multi-agent debate. One AI plays a harsh hiring manager looking for reasons to reject you. Another advocates for your candidacy. A judge weighs both sides and gives you a synthesized, honest verdict — so you know where you really stand before you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one-sentence version: we use AI to argue about your resume so you don't have to guess. Under the hood that's multiple AI assistants working together — a technique some people call multi-agent orchestration, but the plain-English version is simple: it's like having a hiring manager and an advocate debate your case before you walk in the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Madison runs on a freemium model. The free tier gives you a basic match score against any job posting — that's the hook. The premium tier, at twelve dollars a month, unlocks a full gap analysis and DC-specific labor market data — priced to be affordable for an active job seeker, well below what a single wasted application cycle costs them in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distribution channel isn't hypothetical — it's already active. Our first customers are Northeastern grad students in the DC metro area, several of whom have already tested Madison live. From there we expand to IT and data-role job seekers across Northern Virginia, where the job market is dense and technical.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competition is generic resume scanners — ATS keyword matchers that check whether your resume contains the right buzzwords. Madison's unfair advantage is that it doesn't just match keywords, it reasons — a genuine multi-agent debate that mirrors how a real hiring manager actually thinks.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Madison isn't a mockup — it's deployed and live today on Hugging Face Spaces, and it's already been tested by real users, my own classmates. The next milestone is a Data Pipeline Portfolio Generator, closing the gap toward a fully public, runnable data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[Screen-share the live Hugging Face Space here.] This is Madison running live — I'll walk through a real job posting and show the match verdict Madison generates in real time. This has already been tested by real classmates, not just me — that's real early validation, not a concept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what we need: a five thousand dollar seed to cover six months of API costs and DC-metro job-data licensing, access to more DC-metro postings, and feedback from real hiring managers to sharpen the harsh-manager agent. I'd love to talk this week about next steps.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MADISON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job-market intelligence for the DC metro area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 Bykov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tell if you're actually competitive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job — until it's too late.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429000"/>
            <a:ext cx="5120640" cy="2651760"/>
          </a:xfrm>
          <a:prstGeom prst="rect">
            <a:avLst/>
          </a:prstGeom>
          <a:solidFill>
            <a:srgbClr val="3B4FA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118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per DC-metro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IT/data posting*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309360" y="3429000"/>
            <a:ext cx="5120640" cy="2651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36118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309360" y="46634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skipping jobs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were qualified for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*Illustrative — swap with your BLS/NewsAPI pipeline figure before submitting.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second opinion —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hit submit.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hiring manager AI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every reason to reject you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34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520" dirty="0"/>
          </a:p>
        </p:txBody>
      </p:sp>
      <p:sp>
        <p:nvSpPr>
          <p:cNvPr id="9" name="Text 7"/>
          <p:cNvSpPr/>
          <p:nvPr/>
        </p:nvSpPr>
        <p:spPr>
          <a:xfrm>
            <a:off x="1828800" y="425196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 AI makes the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case for you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31520" y="54864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486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2520" dirty="0"/>
          </a:p>
        </p:txBody>
      </p:sp>
      <p:sp>
        <p:nvSpPr>
          <p:cNvPr id="12" name="Text 10"/>
          <p:cNvSpPr/>
          <p:nvPr/>
        </p:nvSpPr>
        <p:spPr>
          <a:xfrm>
            <a:off x="1828800" y="530352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AI delivers one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verdict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MAGIC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3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use AI to argue about</a:t>
            </a:r>
            <a:endParaRPr lang="en-US" sz="3400" dirty="0"/>
          </a:p>
          <a:p>
            <a:pPr indent="0" marL="0">
              <a:buNone/>
            </a:pPr>
            <a:r>
              <a:rPr lang="en-US" sz="3400" b="1" i="1" dirty="0">
                <a:solidFill>
                  <a:srgbClr val="3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resume — so you don't have to guess.”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4937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AI assistants working together — not a keyword scanner.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5120640" cy="41148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match score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any job posting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120640" cy="4114800"/>
          </a:xfrm>
          <a:prstGeom prst="rect">
            <a:avLst/>
          </a:prstGeom>
          <a:solidFill>
            <a:srgbClr val="3B4FA0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21031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309360" y="2926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$12/mo*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309360" y="39319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gap analysis +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labor-market data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*Placeholder price point — adjust to your own pricing research if you have one.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customers already exist.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3383280" cy="2743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375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students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DC metro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343400" y="3200400"/>
            <a:ext cx="3383280" cy="2743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33375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26280" y="402336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Classmates who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tested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Madison live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955280" y="3200400"/>
            <a:ext cx="3383280" cy="2743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33375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402336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data job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N. Virginia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5120640" cy="384048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Keyword-matching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scanners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309360" y="1920240"/>
            <a:ext cx="5120640" cy="3840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21945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309360" y="301752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multi-agent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judgment, not keywords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today. Already validated.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3566160"/>
            <a:ext cx="100584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2461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60" dirty="0"/>
          </a:p>
        </p:txBody>
      </p:sp>
      <p:sp>
        <p:nvSpPr>
          <p:cNvPr id="7" name="Text 5"/>
          <p:cNvSpPr/>
          <p:nvPr/>
        </p:nvSpPr>
        <p:spPr>
          <a:xfrm>
            <a:off x="228600" y="40690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297680" y="32461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60" dirty="0"/>
          </a:p>
        </p:txBody>
      </p:sp>
      <p:sp>
        <p:nvSpPr>
          <p:cNvPr id="10" name="Text 8"/>
          <p:cNvSpPr/>
          <p:nvPr/>
        </p:nvSpPr>
        <p:spPr>
          <a:xfrm>
            <a:off x="3794760" y="40690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live by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classmates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863840" y="32461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60" dirty="0"/>
          </a:p>
        </p:txBody>
      </p:sp>
      <p:sp>
        <p:nvSpPr>
          <p:cNvPr id="13" name="Text 11"/>
          <p:cNvSpPr/>
          <p:nvPr/>
        </p:nvSpPr>
        <p:spPr>
          <a:xfrm>
            <a:off x="7360920" y="40690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Data Pipeline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Generator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698480" cy="3566160"/>
          </a:xfrm>
          <a:prstGeom prst="rect">
            <a:avLst/>
          </a:prstGeom>
          <a:solidFill>
            <a:srgbClr val="141B4D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drippydenis/madison-job-intel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532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1554480" y="544068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tested live by real classmates — not just a mockup.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close the loop.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960" dirty="0"/>
          </a:p>
        </p:txBody>
      </p:sp>
      <p:sp>
        <p:nvSpPr>
          <p:cNvPr id="6" name="Text 4"/>
          <p:cNvSpPr/>
          <p:nvPr/>
        </p:nvSpPr>
        <p:spPr>
          <a:xfrm>
            <a:off x="1737360" y="288036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 seed — 6 months of API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+ DC-metro data licensing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40690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960" dirty="0"/>
          </a:p>
        </p:txBody>
      </p:sp>
      <p:sp>
        <p:nvSpPr>
          <p:cNvPr id="9" name="Text 7"/>
          <p:cNvSpPr/>
          <p:nvPr/>
        </p:nvSpPr>
        <p:spPr>
          <a:xfrm>
            <a:off x="1737360" y="393192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more DC-metro postings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31520" y="51206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120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960" dirty="0"/>
          </a:p>
        </p:txBody>
      </p:sp>
      <p:sp>
        <p:nvSpPr>
          <p:cNvPr id="12" name="Text 10"/>
          <p:cNvSpPr/>
          <p:nvPr/>
        </p:nvSpPr>
        <p:spPr>
          <a:xfrm>
            <a:off x="1737360" y="498348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from real hiring managers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1520" y="62636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 this week.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2026-07-10T17:31:45Z</dcterms:created>
  <dcterms:modified xsi:type="dcterms:W3CDTF">2026-07-10T17:31:45Z</dcterms:modified>
</cp:coreProperties>
</file>